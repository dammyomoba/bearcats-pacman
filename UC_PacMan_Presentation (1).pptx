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914400" cy="91440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17320" y="3474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CINCINNATI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6766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Decision-Making Research Lab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0467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Bearcats Pac-Man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an Online Research Game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046720" cy="27432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Meeting  ·  University of Cincinnati  ·  2025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  ·  DigitalOcean  ·  GitHub Pages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16200000">
              <a:srgbClr val="BBBBBB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228600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Online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play a custom Pac-Man maze game from any browser — no download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5603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162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170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337560" y="1901952"/>
            <a:ext cx="228600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450592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move, decision, and event is recorded in real time — per frame, per player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5603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63500" dist="38100" dir="162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1704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172200" y="1901952"/>
            <a:ext cx="228600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Ready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450592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feeds directly into the human decision-making study with clean CSV 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— fully browser-based, no install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UC-themed Maze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298448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Pac-Man layout with UC Bearcats branding and academic 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92808"/>
            <a:ext cx="832104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Difficulty Levels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892808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3 or 4 ghost obstacles — each with 4 adjustable speed settings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487168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8716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48716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2487168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degree milestones while avoiding exam failures and deadlines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081528"/>
            <a:ext cx="832104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8152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0815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Ghost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3081528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Ghosts use A* pathfinding — each pinned to a different maze quadrant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675888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7588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7588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Logging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675888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position, direction, ghost positions, decisions — every frame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We Tried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04672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why they did not 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690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164592" cy="1508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389888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389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13533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Apps 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19202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UC institutional account — data would sit on a personal Google account, raising security and data governance concerns for research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261872"/>
            <a:ext cx="40690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261872"/>
            <a:ext cx="164592" cy="1508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73752" y="1389888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389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2392" y="13533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19202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Microsoft 365 account does not include the Power Automate license needed for HTTP-triggered flows — required for receiving game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53512"/>
            <a:ext cx="40690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53512"/>
            <a:ext cx="164592" cy="1508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081528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304495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/ SharePoint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361188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connector for OneDrive showed SharePoint parameters (Site Address, Library Name) — incompatible without the correct license tier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953512"/>
            <a:ext cx="40690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2953512"/>
            <a:ext cx="164592" cy="1508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3752" y="3081528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22392" y="304495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(standalone)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73752" y="361188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hosting the game but has no server-side backend — cannot store data; participants would need to email CSV files manually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JATOS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that fits all our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69080" cy="107899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34440"/>
            <a:ext cx="5669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5568" y="134416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Institutional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70992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our own DigitalOcean server — data never leaves our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69080" cy="107899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234440"/>
            <a:ext cx="5669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67528" y="134416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67528" y="170992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 for participants — just click a link and play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69080" cy="107899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468880"/>
            <a:ext cx="5669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15568" y="257860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94436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online studies — handles participants, links, and data export natively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468880"/>
            <a:ext cx="4069080" cy="107899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2468880"/>
            <a:ext cx="5669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67528" y="257860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Compatible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67528" y="294436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 generates study links that paste directly into SONA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4069080" cy="107899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03320"/>
            <a:ext cx="5669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15568" y="381304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 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417880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saved to server database — exportable as JSON or CSV anytime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3703320"/>
            <a:ext cx="4069080" cy="107899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703320"/>
            <a:ext cx="56692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67528" y="381304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67528" y="4178808"/>
            <a:ext cx="31821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jatos.submitResultData() — one function call sends everything to the server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04672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game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URL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664208"/>
            <a:ext cx="256032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55448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73736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051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664208"/>
            <a:ext cx="256032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55448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51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participant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(HTML5)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664208"/>
            <a:ext cx="256032" cy="640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554480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515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33472"/>
            <a:ext cx="82296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63347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Integration: JATOS generates unique participant links  →  paste into SONA study  →  participants click and play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01568"/>
            <a:ext cx="1737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01568"/>
            <a:ext cx="1737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015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game.js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749040"/>
            <a:ext cx="1554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AI + rendering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3401568"/>
            <a:ext cx="1737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3401568"/>
            <a:ext cx="1737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34015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HTML Files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3749040"/>
            <a:ext cx="1554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difficulty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 / 4 ghosts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401568"/>
            <a:ext cx="1737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401568"/>
            <a:ext cx="1737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4015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jatos.js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749040"/>
            <a:ext cx="1554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Auto-served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JATOS server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3401568"/>
            <a:ext cx="1737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3401568"/>
            <a:ext cx="173736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4015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Backup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749040"/>
            <a:ext cx="1554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computer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recorded every session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52120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188720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 of every event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4114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73936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Position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773936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+ column every frame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4114800" cy="52120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9152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359152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 / LEFT / RIGHT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4114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44368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2944368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direction at each cell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4114800" cy="52120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29584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to Goal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3529584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path length to target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4114800" cy="52120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188720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Collected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188720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 milestones reached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773936"/>
            <a:ext cx="4114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773936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1773936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 ghost obstacles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59152"/>
            <a:ext cx="4114800" cy="52120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359152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2359152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calls (&lt; 1.4 cells)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944368"/>
            <a:ext cx="411480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944368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Positions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2944368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ghost coords per frame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9584"/>
            <a:ext cx="4114800" cy="52120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529584"/>
            <a:ext cx="1737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3529584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or FAILURE + score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251960"/>
            <a:ext cx="80467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JSON to JATOS server  +  CSV auto-download to participant computer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Right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04672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9264"/>
            <a:ext cx="83210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347472" cy="33832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9692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live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game live at dammyomoba.github.io/bearcats-pacman/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83210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463040"/>
            <a:ext cx="347472" cy="33832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630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4264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difficulty versions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 ghost, 3 ghost, 4 ghost each with 4 speed levels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883664"/>
            <a:ext cx="83210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920240"/>
            <a:ext cx="347472" cy="33832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02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18836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keyboard control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arrow keys / WASD, fluid movement matching ghost speed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40864"/>
            <a:ext cx="83210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377440"/>
            <a:ext cx="347472" cy="33832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774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3408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logging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per-frame CSV with name, M Number, all decisions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98064"/>
            <a:ext cx="83210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834640"/>
            <a:ext cx="347472" cy="33832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27980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branding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logo, black/white theme, Bearcat mascot, academic story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83210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291840"/>
            <a:ext cx="347472" cy="33832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918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2552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JATOS-ready code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jatos.submitResultData() integrated, 1 line to activate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712464"/>
            <a:ext cx="832104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749040"/>
            <a:ext cx="347472" cy="338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490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7124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 deployment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waiting for DigitalOcean droplet access from Kevin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169664"/>
            <a:ext cx="83210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4206240"/>
            <a:ext cx="347472" cy="338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0624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16966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integration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study links ready to paste once JATOS is live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1389888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155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JATOS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sets up JATOS on the DigitalOcean droplet — estimated: this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560320" cy="1389888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1155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1338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game files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game.js + 3 HTML files to JATOS study assets — 10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987552"/>
            <a:ext cx="2560320" cy="1389888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1155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115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113385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study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55448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participant links in JATOS Worker Manager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542032"/>
            <a:ext cx="3200400" cy="1389888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2670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2670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26883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SONA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10896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JATOS links into SONA study — participants click and play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542032"/>
            <a:ext cx="3200400" cy="1389888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267004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2670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26883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pilot trial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310896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3-5 participants, verify data appears in JATOS results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2569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First participants playing online within 2 weeks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2026-07-22T13:57:11Z</dcterms:created>
  <dcterms:modified xsi:type="dcterms:W3CDTF">2026-07-22T13:57:11Z</dcterms:modified>
</cp:coreProperties>
</file>